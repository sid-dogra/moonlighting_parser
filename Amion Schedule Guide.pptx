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8" r:id="rId3"/>
    <p:sldId id="259" r:id="rId4"/>
    <p:sldId id="260" r:id="rId5"/>
    <p:sldId id="257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3"/>
  </p:normalViewPr>
  <p:slideViewPr>
    <p:cSldViewPr snapToGrid="0">
      <p:cViewPr varScale="1">
        <p:scale>
          <a:sx n="101" d="100"/>
          <a:sy n="101" d="100"/>
        </p:scale>
        <p:origin x="11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75175-5BED-A010-28F7-3000FB620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ED213-195A-D97E-EA9E-6213FC0E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23A58-8AB8-8526-BF75-21833672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D3032-D637-21A5-FBF2-E3A38F0A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78230-F832-3B1B-5A43-1CA71CED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1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60D4-DEE6-BD9E-66AD-D1DAE870D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C49AA-9DA3-0728-E514-79CD452F8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8648E-621F-0A63-1F24-16CC16D0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A785-AB03-852B-46C2-9765BB6E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441E6-15AC-1348-2ED7-8074E796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1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6E89F-7DC8-08D4-7ABE-A8AF44E2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71B5E-93B7-8CE3-0C10-C8BC20396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33E0A-570A-AB11-2BE2-E38DE536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97F83-26A1-E47C-BC30-80610F52C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0A52C-DF1D-69E6-AEFD-647575A1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2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EE63-3588-ED45-4608-7CF7AA70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0697-1757-D1BA-1DD6-0B100F618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C8A3A-27EF-508A-3D88-809C2917C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AF5E5-A30F-1304-E023-AD4E6EDF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00D88-B63A-01CF-0B0A-57A0ABB1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EFDF2-4C9C-C024-7FB0-2E1EA6E6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4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0711-0A08-8482-6034-6E985ED8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5196D-9C07-72F0-3382-82E813977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4078F-1AFE-6292-FD46-02C34A34B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A6E18F-E97C-2CDD-1E05-B166F7CB5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A70D7-43FD-8EEC-B517-97ECD1AD4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59579-1465-9C63-78F8-E9E7503D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42407-74A8-1E2B-922F-42B5860F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028A2-7B8D-EA4A-5F25-6E861E0A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3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76D4-17E8-8DDB-3D6B-812AE297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9C7E4-4B7C-B7E8-D0FF-24CF34A2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55916-AE2B-EFE0-8EBF-9EB92107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C064E-21B3-99DD-1ACF-93CF3246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3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D8E6C2-B254-ADDF-CEC2-E408EB8F8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BBC8E-AFAC-F3BF-8FD1-6F07301C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22DC3-1BFA-4F49-2965-A27B46E1A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4E14-B30C-B6E7-1E9E-0517DEC9E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030C2-87D0-FFB0-1DFA-052BECC37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3896F-2C2B-8338-47F8-C9505CA7E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2A6FB-D152-7D86-EF7E-21707170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C3F17-BA8F-0DFF-3D08-A12EEC09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2B284-82BF-928C-FF7B-7206F460D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2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C039-F9FE-E5E9-A8F0-521EB38C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C526C-1863-6579-2F0E-70F3ABE98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56A99-88A2-9535-F822-4C9B5802A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CF34A-51EA-1C75-E941-E12A7261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E6734-585E-BEC4-AF1F-135667B6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75CC0-F8A6-90FA-7B62-AF300F20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2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38D0-103B-7C43-483D-0224E454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3FB27-07FD-986D-81B0-38303D063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E04B9-1E60-08BC-1893-464EF80C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4F339-A9D4-7ED6-BCDA-57BD876E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51A7A-6D68-E109-8B3E-EEC51A46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4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6FAF06-4522-B230-D5D9-59C06749C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84538-1E36-CAE0-E061-928E1B30D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4B9E4-CDA4-3618-A9BF-1BD74491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412E2-49BD-FA30-1CF3-230DBDEF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AA8AD-2843-5AA7-AAFF-B5AF4B78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9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5D091-4026-ABA9-4B32-5366A54E3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4871A-FC67-99E4-6586-9D59F3C66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CCB65-27C3-5F6C-A9D9-7CA0CC6F3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C2F8D-709D-7B4A-BC6F-46AB73A2EAB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34E47-F4D0-7FED-8732-193A7CF07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EC087-E83B-9402-B982-801CB05B9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727D6-B512-8247-93B0-B381D2CF7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2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0FF0-13D3-0F24-16A1-3A2956ADB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7DCD-AD4B-1111-EFE0-1ACB1048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766218"/>
            <a:ext cx="9067800" cy="1325563"/>
          </a:xfrm>
        </p:spPr>
        <p:txBody>
          <a:bodyPr/>
          <a:lstStyle/>
          <a:p>
            <a:pPr algn="ctr"/>
            <a:r>
              <a:rPr lang="en-US" dirty="0"/>
              <a:t>Checking Your Monthly Schedule </a:t>
            </a:r>
            <a:br>
              <a:rPr lang="en-US" dirty="0"/>
            </a:br>
            <a:r>
              <a:rPr lang="en-US" dirty="0"/>
              <a:t>on Web Amion</a:t>
            </a:r>
          </a:p>
        </p:txBody>
      </p:sp>
    </p:spTree>
    <p:extLst>
      <p:ext uri="{BB962C8B-B14F-4D97-AF65-F5344CB8AC3E}">
        <p14:creationId xmlns:p14="http://schemas.microsoft.com/office/powerpoint/2010/main" val="142238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9078-0D3F-DC6B-FD55-838720D0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Residency Shifts (for Residents)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872D5-DA96-C803-96D9-2FAC8A64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29200" cy="37877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Look at the radiology residency schedule using access code “</a:t>
            </a:r>
            <a:r>
              <a:rPr lang="en-US" dirty="0" err="1"/>
              <a:t>radhs</a:t>
            </a:r>
            <a:r>
              <a:rPr lang="en-US" dirty="0"/>
              <a:t>”</a:t>
            </a:r>
          </a:p>
          <a:p>
            <a:r>
              <a:rPr lang="en-US" dirty="0"/>
              <a:t>Default should be the binocular page (see binocular grayed out on first image)</a:t>
            </a:r>
          </a:p>
          <a:p>
            <a:r>
              <a:rPr lang="en-US" dirty="0"/>
              <a:t>If you find your name and click on it, should show your monthly schedule including your residency contrast shifts (see second image)</a:t>
            </a:r>
          </a:p>
          <a:p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859BF0-4C2F-BAFF-8614-3C22C6486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159285"/>
            <a:ext cx="5740400" cy="1923809"/>
          </a:xfrm>
          <a:prstGeom prst="rect">
            <a:avLst/>
          </a:prstGeom>
        </p:spPr>
      </p:pic>
      <p:pic>
        <p:nvPicPr>
          <p:cNvPr id="13" name="Picture 12" descr="A group of icons with numbers&#10;&#10;AI-generated content may be incorrect.">
            <a:extLst>
              <a:ext uri="{FF2B5EF4-FFF2-40B4-BE49-F238E27FC236}">
                <a16:creationId xmlns:a16="http://schemas.microsoft.com/office/drawing/2014/main" id="{9F658C54-C373-7D7C-7676-F7EEDF9F0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261302"/>
            <a:ext cx="6000748" cy="76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1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AAEE-D6A4-2FAA-8E50-719B9A0E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0B56-46B8-FCFB-363B-4501B42D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Residency Shifts (for Fellows)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9B742-3D6A-DAD7-0E85-1EE6F88B1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29200" cy="447001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you’re a fellow and you’re checking your coverage for residency shifts (</a:t>
            </a:r>
            <a:r>
              <a:rPr lang="en-US" dirty="0" err="1"/>
              <a:t>eg.</a:t>
            </a:r>
            <a:r>
              <a:rPr lang="en-US" dirty="0"/>
              <a:t> Bay Ridge, CC), you won’t find your name on the default page because you’re not on any residency rotations</a:t>
            </a:r>
          </a:p>
          <a:p>
            <a:r>
              <a:rPr lang="en-US" dirty="0"/>
              <a:t>You can choose the “shift” option on the drop down (see first pic), which will show residency contrast shift assignments for the day (second pic)</a:t>
            </a:r>
          </a:p>
          <a:p>
            <a:r>
              <a:rPr lang="en-US" dirty="0"/>
              <a:t>Go to a day you covered contrast, find your name, and then you can also check your monthly schedule</a:t>
            </a:r>
          </a:p>
          <a:p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E8E9B9-404D-D93B-306D-17F418F32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838325"/>
            <a:ext cx="5829300" cy="1167698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B2F3D6-3DEE-6EA2-7D8A-4638684CC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153660"/>
            <a:ext cx="4536192" cy="314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325F-D6E3-7FB1-AD9C-3C518F45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Fellow Shifts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9154-A95B-8626-F07E-8B789E65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8800" cy="4351338"/>
          </a:xfrm>
        </p:spPr>
        <p:txBody>
          <a:bodyPr/>
          <a:lstStyle/>
          <a:p>
            <a:r>
              <a:rPr lang="en-US" dirty="0"/>
              <a:t>These cover CBI/32</a:t>
            </a:r>
            <a:r>
              <a:rPr lang="en-US" baseline="30000" dirty="0"/>
              <a:t>nd</a:t>
            </a:r>
            <a:r>
              <a:rPr lang="en-US" dirty="0"/>
              <a:t> 7 AM shifts, 32</a:t>
            </a:r>
            <a:r>
              <a:rPr lang="en-US" baseline="30000" dirty="0"/>
              <a:t>nd</a:t>
            </a:r>
            <a:r>
              <a:rPr lang="en-US" dirty="0"/>
              <a:t> street late 5-9 PM shifts, and FPO (HCC) weekend shifts </a:t>
            </a:r>
          </a:p>
          <a:p>
            <a:r>
              <a:rPr lang="en-US" dirty="0"/>
              <a:t>Use access code “</a:t>
            </a:r>
            <a:r>
              <a:rPr lang="en-US" dirty="0" err="1"/>
              <a:t>nyu</a:t>
            </a:r>
            <a:r>
              <a:rPr lang="en-US" dirty="0"/>
              <a:t> contrast” to get to the schedule that includes these</a:t>
            </a:r>
          </a:p>
          <a:p>
            <a:r>
              <a:rPr lang="en-US" dirty="0"/>
              <a:t>Find and click your name on a day you covered a shift</a:t>
            </a:r>
          </a:p>
          <a:p>
            <a:r>
              <a:rPr lang="en-US" dirty="0"/>
              <a:t>You can check your monthly schedule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244394-AD0E-F3E8-2F53-52D619897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331607"/>
            <a:ext cx="5791200" cy="382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17C2-AD76-75E6-9539-627995B4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13CB5-37EE-068B-D7C5-F3F725CF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766218"/>
            <a:ext cx="9067800" cy="1325563"/>
          </a:xfrm>
        </p:spPr>
        <p:txBody>
          <a:bodyPr/>
          <a:lstStyle/>
          <a:p>
            <a:pPr algn="ctr"/>
            <a:r>
              <a:rPr lang="en-US" dirty="0"/>
              <a:t>Checking Your Monthly Schedule </a:t>
            </a:r>
            <a:br>
              <a:rPr lang="en-US" dirty="0"/>
            </a:br>
            <a:r>
              <a:rPr lang="en-US" dirty="0"/>
              <a:t>on Phone App Amion</a:t>
            </a:r>
          </a:p>
        </p:txBody>
      </p:sp>
    </p:spTree>
    <p:extLst>
      <p:ext uri="{BB962C8B-B14F-4D97-AF65-F5344CB8AC3E}">
        <p14:creationId xmlns:p14="http://schemas.microsoft.com/office/powerpoint/2010/main" val="3455944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E7292-CA80-2985-EFC5-2C18FC30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D1A8-B9E0-DED2-16FB-31A27638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Schedules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C59CB-DC71-D66A-65BC-75E16BF0A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93420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you haven’t configured this before, you must add your schedule</a:t>
            </a:r>
          </a:p>
          <a:p>
            <a:r>
              <a:rPr lang="en-US" dirty="0"/>
              <a:t>Go to your profile on the top left and click add schedule</a:t>
            </a:r>
          </a:p>
          <a:p>
            <a:r>
              <a:rPr lang="en-US" dirty="0"/>
              <a:t>You can add Radiology Residency (for resident shifts) and Radiology – Contrast Coverage (for fellow shifts)</a:t>
            </a:r>
          </a:p>
          <a:p>
            <a:pPr lvl="1"/>
            <a:r>
              <a:rPr lang="en-US" dirty="0"/>
              <a:t>Use the same access codes as on prior slides</a:t>
            </a:r>
          </a:p>
          <a:p>
            <a:r>
              <a:rPr lang="en-US" dirty="0"/>
              <a:t>On the icon bar at the bottom, go to “My Schedule” </a:t>
            </a:r>
          </a:p>
          <a:p>
            <a:r>
              <a:rPr lang="en-US" dirty="0"/>
              <a:t>At the top, click the “Schedules” drop down</a:t>
            </a:r>
          </a:p>
          <a:p>
            <a:endParaRPr lang="en-US" dirty="0"/>
          </a:p>
        </p:txBody>
      </p:sp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5F032B6-3691-93CF-5301-2BF6A654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83" y="1262063"/>
            <a:ext cx="2265161" cy="49149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2F0A6D-2B9B-751C-B99B-011997CE7A54}"/>
              </a:ext>
            </a:extLst>
          </p:cNvPr>
          <p:cNvCxnSpPr/>
          <p:nvPr/>
        </p:nvCxnSpPr>
        <p:spPr>
          <a:xfrm>
            <a:off x="7176483" y="1712913"/>
            <a:ext cx="495300" cy="0"/>
          </a:xfrm>
          <a:prstGeom prst="line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calendar&#10;&#10;AI-generated content may be incorrect.">
            <a:extLst>
              <a:ext uri="{FF2B5EF4-FFF2-40B4-BE49-F238E27FC236}">
                <a16:creationId xmlns:a16="http://schemas.microsoft.com/office/drawing/2014/main" id="{E5231DB4-88BD-DBDD-0629-9A1F28265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944" y="1262062"/>
            <a:ext cx="2262084" cy="491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4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3C2D-39F4-2059-1BB2-5B379033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 Your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060CB-660B-6641-6E61-A0BE55A55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r>
              <a:rPr lang="en-US" sz="2100" dirty="0"/>
              <a:t>Click ”Claim personal schedule,” select Radiology Residency and Radiology - Contrast Coverage schedules, and search your name</a:t>
            </a:r>
          </a:p>
          <a:p>
            <a:pPr lvl="1"/>
            <a:r>
              <a:rPr lang="en-US" sz="2100" dirty="0"/>
              <a:t>If you haven’t done a fellow shift, you won’t find yourself in Radiology – Contrast Coverage, but then this shouldn’t apply to you anyway</a:t>
            </a:r>
          </a:p>
          <a:p>
            <a:r>
              <a:rPr lang="en-US" sz="2100" dirty="0"/>
              <a:t>You should now be able to see your schedule for the month</a:t>
            </a:r>
          </a:p>
          <a:p>
            <a:r>
              <a:rPr lang="en-US" sz="2100" dirty="0"/>
              <a:t>(Thanks Emmy for the screenshots!)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EF77B4D5-80D3-2840-F22A-7CAB2907AB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33"/>
          <a:stretch>
            <a:fillRect/>
          </a:stretch>
        </p:blipFill>
        <p:spPr>
          <a:xfrm>
            <a:off x="6794498" y="215898"/>
            <a:ext cx="1677569" cy="3209925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792078A2-FE85-6664-B3ED-93E5BB660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933"/>
          <a:stretch>
            <a:fillRect/>
          </a:stretch>
        </p:blipFill>
        <p:spPr>
          <a:xfrm>
            <a:off x="8472066" y="212723"/>
            <a:ext cx="1677569" cy="3209925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4FB631F4-D18A-C8ED-1C7B-C30A8ACDFC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933"/>
          <a:stretch>
            <a:fillRect/>
          </a:stretch>
        </p:blipFill>
        <p:spPr>
          <a:xfrm>
            <a:off x="10149634" y="212723"/>
            <a:ext cx="1677569" cy="3209925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16F82677-4D22-6994-06E2-4AD82762D6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933"/>
          <a:stretch>
            <a:fillRect/>
          </a:stretch>
        </p:blipFill>
        <p:spPr>
          <a:xfrm>
            <a:off x="6794497" y="3428998"/>
            <a:ext cx="1677569" cy="3209925"/>
          </a:xfrm>
          <a:prstGeom prst="rect">
            <a:avLst/>
          </a:prstGeom>
        </p:spPr>
      </p:pic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4926EECB-5832-FD6C-D1FA-25921D225A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1933"/>
          <a:stretch>
            <a:fillRect/>
          </a:stretch>
        </p:blipFill>
        <p:spPr>
          <a:xfrm>
            <a:off x="8469025" y="3429000"/>
            <a:ext cx="1677569" cy="3209924"/>
          </a:xfrm>
          <a:prstGeom prst="rect">
            <a:avLst/>
          </a:prstGeom>
        </p:spPr>
      </p:pic>
      <p:pic>
        <p:nvPicPr>
          <p:cNvPr id="19" name="Picture 18" descr="A screenshot of a calendar&#10;&#10;AI-generated content may be incorrect.">
            <a:extLst>
              <a:ext uri="{FF2B5EF4-FFF2-40B4-BE49-F238E27FC236}">
                <a16:creationId xmlns:a16="http://schemas.microsoft.com/office/drawing/2014/main" id="{10FA779A-285D-F9B9-DCDD-FF49C80DB0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2087"/>
          <a:stretch>
            <a:fillRect/>
          </a:stretch>
        </p:blipFill>
        <p:spPr>
          <a:xfrm>
            <a:off x="10148172" y="3428999"/>
            <a:ext cx="1680492" cy="320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09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375</Words>
  <Application>Microsoft Macintosh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Checking Your Monthly Schedule  on Web Amion</vt:lpstr>
      <vt:lpstr>Residency Shifts (for Residents)</vt:lpstr>
      <vt:lpstr>Residency Shifts (for Fellows)</vt:lpstr>
      <vt:lpstr>Fellow Shifts</vt:lpstr>
      <vt:lpstr>Checking Your Monthly Schedule  on Phone App Amion</vt:lpstr>
      <vt:lpstr>Add Schedules</vt:lpstr>
      <vt:lpstr>Claim Your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 Dogra</dc:creator>
  <cp:lastModifiedBy>Sid Dogra</cp:lastModifiedBy>
  <cp:revision>5</cp:revision>
  <dcterms:created xsi:type="dcterms:W3CDTF">2026-01-28T14:49:10Z</dcterms:created>
  <dcterms:modified xsi:type="dcterms:W3CDTF">2026-01-28T22:35:03Z</dcterms:modified>
</cp:coreProperties>
</file>